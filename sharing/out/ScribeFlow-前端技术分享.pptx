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7452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前端技术分享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200" y="28803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三件在这个产品里最难做的前端事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8862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例：ScribeFlow —— 把视频和文稿编排成笔记的节点式工作台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8064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念前 · 2026-09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8872" cy="118872"/>
          </a:xfrm>
          <a:prstGeom prst="rect">
            <a:avLst/>
          </a:prstGeom>
          <a:solidFill>
            <a:srgbClr val="00AEE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10896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今天讲三件事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都是产品的主体界面，不是工程配置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417320" y="2011680"/>
            <a:ext cx="10314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节点编排画布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2441448"/>
            <a:ext cx="10314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种节点、5687 行，画布是这个产品的核心界面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417320" y="3246120"/>
            <a:ext cx="10314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长任务的实时呈现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17320" y="3675888"/>
            <a:ext cx="10314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一次运行可能跑十几分钟，前端要一直说真话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52628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E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417320" y="4480560"/>
            <a:ext cx="10314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输出的呈现层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17320" y="4910328"/>
            <a:ext cx="10314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引擎给一份拼接产物，用户要按视频逐段读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8872" cy="118872"/>
          </a:xfrm>
          <a:prstGeom prst="rect">
            <a:avLst/>
          </a:prstGeom>
          <a:solidFill>
            <a:srgbClr val="00AEE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10896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/ 节点编排画布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用了画布库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AE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也不省产品级画布的工作量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42519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5687 行画布代码里，真正调库 API 的不到 200 行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8872" cy="118872"/>
          </a:xfrm>
          <a:prstGeom prst="rect">
            <a:avLst/>
          </a:prstGeom>
          <a:solidFill>
            <a:srgbClr val="00AEE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10896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/ 节点编排画布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种节点，只注册 1 个 nodeType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7455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业务类型不放进画布的 type 字段，而是放进 data.nodeType；画布只认一个组件，卡片按类型分派。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5454396" cy="1481328"/>
          </a:xfrm>
          <a:prstGeom prst="rect">
            <a:avLst/>
          </a:prstGeom>
          <a:solidFill>
            <a:srgbClr val="F4F5F6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560320"/>
            <a:ext cx="48691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收益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3035808"/>
            <a:ext cx="48691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端口、右键菜单、运行按钮、状态条、悬停预览、只读控制只写一遍，16 种节点共用同一个外壳。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77356" y="2377440"/>
            <a:ext cx="5454396" cy="1481328"/>
          </a:xfrm>
          <a:prstGeom prst="rect">
            <a:avLst/>
          </a:prstGeom>
          <a:solidFill>
            <a:srgbClr val="F4F5F6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9964" y="2560320"/>
            <a:ext cx="48691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23F4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代价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69964" y="3035808"/>
            <a:ext cx="48691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外壳文件长到 2849 行，卡片分派是一条 14 段的 v-if 链；只有 6 张卡片拆成了独立组件。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要决策的是边界：哪些该共享外壳，哪些该拆成卡片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3093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FlowCanvas.vue 只注册 1 个 nodeType（:93）；卡片分派见 ScribeNode.vue（2849 行，:935 起 14 段分支）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8872" cy="118872"/>
          </a:xfrm>
          <a:prstGeom prst="rect">
            <a:avLst/>
          </a:prstGeom>
          <a:solidFill>
            <a:srgbClr val="00AEE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10896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/ 节点编排画布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能不能连，由类型系统说了算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01752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种端口类型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0" y="1737360"/>
            <a:ext cx="807415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audio / transcript / noteBlock / noteDoc，连线合法性不看界面，看类型是否兼容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724912"/>
            <a:ext cx="11274552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26080"/>
            <a:ext cx="301752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类型有偏序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0" y="2926080"/>
            <a:ext cx="807415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noteDoc 既收 noteBlock 也收 noteDoc；其余三种只收同类型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913632"/>
            <a:ext cx="11274552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114800"/>
            <a:ext cx="301752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三道关卡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0" y="4114800"/>
            <a:ext cx="807415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拖拽时实时判定合法、落边时去重与拒自连、保存时服务端再校验一次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892040"/>
            <a:ext cx="11274552" cy="914400"/>
          </a:xfrm>
          <a:prstGeom prst="rect">
            <a:avLst/>
          </a:prstGeom>
          <a:solidFill>
            <a:srgbClr val="F4F5F6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983480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诚实的部分：这条规则现在有三份实现，其中一份已经不认多类型端口，只在测试里用。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3093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端口定义见 packages/shared/src/{port,graph}.ts；画布侧判定见 FlowCanvas.vue:300-309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8872" cy="118872"/>
          </a:xfrm>
          <a:prstGeom prst="rect">
            <a:avLst/>
          </a:prstGeom>
          <a:solidFill>
            <a:srgbClr val="00AEE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10896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/ 节点编排画布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快照式撤销，和它带来的两个副作用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7455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不记命令，直接存整图快照；上限 50 步，出图时把运行态字段剥掉，刷新后不会卡在运行中。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127455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提交走双通道：输入框逐字改图但不记历史，失焦时才提交一次历史。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5454396" cy="1481328"/>
          </a:xfrm>
          <a:prstGeom prst="rect">
            <a:avLst/>
          </a:prstGeom>
          <a:solidFill>
            <a:srgbClr val="F4F5F6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71800"/>
            <a:ext cx="48691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23F4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副作用一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3447288"/>
            <a:ext cx="48691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提交时不做去重，点进输入框再点空白会压入一模一样的快照，用户按撤销会觉得没反应。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77356" y="2788920"/>
            <a:ext cx="5454396" cy="1481328"/>
          </a:xfrm>
          <a:prstGeom prst="rect">
            <a:avLst/>
          </a:prstGeom>
          <a:solidFill>
            <a:srgbClr val="F4F5F6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9964" y="2971800"/>
            <a:ext cx="48691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23F4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副作用二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69964" y="3447288"/>
            <a:ext cx="48691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视角本身也在快照里，所以撤销会顺带把镜头弹回当时的画面，这点容易被忽略。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3093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快照与 50 步上限见 FlowCanvas.vue:82-111；失焦提交约定见 utils/flow.ts:39-40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8872" cy="118872"/>
          </a:xfrm>
          <a:prstGeom prst="rect">
            <a:avLst/>
          </a:prstGeom>
          <a:solidFill>
            <a:srgbClr val="00AEE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10896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/ 节点编排画布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画布缩放之后，浮层怎么还对得上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017520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0" y="1691640"/>
            <a:ext cx="8074152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浮层被传送到 body，脱离了画布的缩放坐标系，缩放 60% 时它还是原尺寸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69464"/>
            <a:ext cx="11274552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70632"/>
            <a:ext cx="3017520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0" y="2770632"/>
            <a:ext cx="8074152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从画布取当前缩放，沿组件树传给所有浮层，浮层用 CSS zoom 补偿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48456"/>
            <a:ext cx="11274552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49624"/>
            <a:ext cx="3017520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两个细节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849624"/>
            <a:ext cx="8074152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位置不用补（浮层库按屏幕矩形定位，缩放后矩形已经是对的），只有尺寸要补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727448"/>
            <a:ext cx="11274552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928616"/>
            <a:ext cx="3017520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为什么用 zoom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4928616"/>
            <a:ext cx="8074152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CSS zoom 参与布局计算，而 transform: scale 会干扰浮层库自己的测量与定位原点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3093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补偿见 ScribeNode.vue provide 与三个浮层容器；更麻烦的一处见 ModelSelect.vue（屏幕宽度要除以缩放才是节点局部宽度）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8872" cy="118872"/>
          </a:xfrm>
          <a:prstGeom prst="rect">
            <a:avLst/>
          </a:prstGeom>
          <a:solidFill>
            <a:srgbClr val="00AEE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10896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/ 长任务的实时呈现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一次运行跑十几分钟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AE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前端得一直说真话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42519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转写、AI 加工都可能很久，而且中途断线、切页面、服务重启都是常态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8872" cy="118872"/>
          </a:xfrm>
          <a:prstGeom prst="rect">
            <a:avLst/>
          </a:prstGeom>
          <a:solidFill>
            <a:srgbClr val="00AEE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10896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/ 长任务的实时呈现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有了推送，反而更需要轮询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017520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0" y="1691640"/>
            <a:ext cx="8074152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已经有实时推送了，轮询是多余的老办法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69464"/>
            <a:ext cx="11274552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70632"/>
            <a:ext cx="3017520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0" y="2770632"/>
            <a:ext cx="8074152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推送是唯一会静默失效的通道：断线、丢帧、服务重启，它都不会报错，只是不说话了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48456"/>
            <a:ext cx="11274552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49624"/>
            <a:ext cx="3017520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849624"/>
            <a:ext cx="8074152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数据库是真相通道，推送只是加速通道；轮询不是推送的备份，是它的正确性校正器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727448"/>
            <a:ext cx="11274552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928616"/>
            <a:ext cx="3017520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四层兜底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4928616"/>
            <a:ext cx="8074152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断线 2 秒重连、全局 5 秒轮询对账、运行结束补一次终局快照、进页面时恢复上次运行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3093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重连 sse.ts:32-39；轮询 AppLayout.vue:36；对账与恢复见 ProjectEditorView.vue 的 resumeRun / reconcileActiveRun / restoreLastRun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8872" cy="118872"/>
          </a:xfrm>
          <a:prstGeom prst="rect">
            <a:avLst/>
          </a:prstGeom>
          <a:solidFill>
            <a:srgbClr val="00AEE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10896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/ 长任务的实时呈现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连接这个动作，必须自带状态同步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74552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后端的运行事件广播是一个内存集合，没有重放缓冲：运行结束 60 秒后整条记录就没了。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127455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所以建连时服务端先补一份全量快照，再进增量流。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已完成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03120" y="329184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补成完成事件，并带上摘要与预览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8587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失败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03120" y="3858768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补成失败事件，带上错误信息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4256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进行中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03120" y="4425696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补一次「已开始」，否则重连后节点不再有动效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99262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已结束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4992624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补一条结束事件，然后直接断开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3093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建连补快照见 apps/server/src/routes/runs.ts:202-224；广播无重放见 engine.ts:91 与 :538-545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8872" cy="118872"/>
          </a:xfrm>
          <a:prstGeom prst="rect">
            <a:avLst/>
          </a:prstGeom>
          <a:solidFill>
            <a:srgbClr val="00AEE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10896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/ 长任务的实时呈现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放弃增量更新，换来重连正确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454396" cy="2240280"/>
          </a:xfrm>
          <a:prstGeom prst="rect">
            <a:avLst/>
          </a:prstGeom>
          <a:solidFill>
            <a:srgbClr val="F4F5F6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4814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增量更新 · 直觉做法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48143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只传变化的那一点，看起来最省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但要求「先收到全部前置事件」才算得对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于是重连就必须做事件重放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而这套系统的广播没有重放缓冲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7356" y="1874520"/>
            <a:ext cx="5454396" cy="2240280"/>
          </a:xfrm>
          <a:prstGeom prst="rect">
            <a:avLst/>
          </a:prstGeom>
          <a:solidFill>
            <a:srgbClr val="F4F5F6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97396" y="2057400"/>
            <a:ext cx="4814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全量覆盖 · 实际做法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97396" y="2542032"/>
            <a:ext cx="48143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每个事件构造补丁，整体覆盖字段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只给命中的节点建新对象，其余返回同一引用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重复、乱序的事件天然幂等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重连的正确性问题直接消失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4348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直觉是增量更省，但增量把正确性押在「事件不会丢」上，而事件一定会丢。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" y="63093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事件到状态的映射见 FlowCanvas.vue:721-760；对象身份保留见同文件 :757-759 与 :724-727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8872" cy="118872"/>
          </a:xfrm>
          <a:prstGeom prst="rect">
            <a:avLst/>
          </a:prstGeom>
          <a:solidFill>
            <a:srgbClr val="00AEE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10896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/ 长任务的实时呈现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局部重跑是一次新运行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7455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点「从此节点运行」不会复用旧运行，而是新开一次。这是结果合并存在的根本原因。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3361944" cy="1234440"/>
          </a:xfrm>
          <a:prstGeom prst="rect">
            <a:avLst/>
          </a:prstGeom>
          <a:solidFill>
            <a:srgbClr val="F4F5F6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06040"/>
            <a:ext cx="2813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新运行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2813304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每次运行都新开一个 id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92296" y="3035808"/>
            <a:ext cx="448056" cy="0"/>
          </a:xfrm>
          <a:prstGeom prst="line">
            <a:avLst/>
          </a:prstGeom>
          <a:noFill/>
          <a:ln w="25400">
            <a:solidFill>
              <a:srgbClr val="00AEE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13504" y="2423160"/>
            <a:ext cx="3361944" cy="1234440"/>
          </a:xfrm>
          <a:prstGeom prst="rect">
            <a:avLst/>
          </a:prstGeom>
          <a:solidFill>
            <a:srgbClr val="F4F5F6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7824" y="2606040"/>
            <a:ext cx="2813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结果不全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87824" y="3108960"/>
            <a:ext cx="2813304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只包含本次范围内的节点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48600" y="3035808"/>
            <a:ext cx="448056" cy="0"/>
          </a:xfrm>
          <a:prstGeom prst="line">
            <a:avLst/>
          </a:prstGeom>
          <a:noFill/>
          <a:ln w="25400">
            <a:solidFill>
              <a:srgbClr val="00AEE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369808" y="2423160"/>
            <a:ext cx="3361944" cy="1234440"/>
          </a:xfrm>
          <a:prstGeom prst="rect">
            <a:avLst/>
          </a:prstGeom>
          <a:solidFill>
            <a:srgbClr val="F4F5F6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4128" y="2606040"/>
            <a:ext cx="2813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视图回填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644128" y="3108960"/>
            <a:ext cx="2813304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从更早的成功运行补回缺失节点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11274552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前端的解法：按时间倒序，从更早的成功运行里把缺失节点的完成结果回填到视图。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617720"/>
            <a:ext cx="11274552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后端的对称做法：上游不在本次范围内时，从历史运行里取该节点的产物当输入。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53035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把复杂度从「前端状态机」挪到了「纯函数式的快照合并」，能一眼看懂，也好写测试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7200" y="63093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新运行见 routes/runs.ts:118；视图层合并见 ProjectEditorView.vue:404-431；服务端 previousOutputs 见 engine.ts:758-819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8872" cy="118872"/>
          </a:xfrm>
          <a:prstGeom prst="rect">
            <a:avLst/>
          </a:prstGeom>
          <a:solidFill>
            <a:srgbClr val="00AEE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10896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/ AI 输出的呈现层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引擎给的是拼接产物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AE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用户要的是按段读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42519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一张卡挂 8 个视频，引擎把它们拼成一份，人却要一个一个读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8872" cy="118872"/>
          </a:xfrm>
          <a:prstGeom prst="rect">
            <a:avLst/>
          </a:prstGeom>
          <a:solidFill>
            <a:srgbClr val="00AEE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10896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/ AI 输出的呈现层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把拼起来的产物，还原成可读的分段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017520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引擎为什么拼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0" y="1691640"/>
            <a:ext cx="8074152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用固定分隔符把多份产物接成一份，只服务下游节点与导出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69464"/>
            <a:ext cx="11274552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70632"/>
            <a:ext cx="3017520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前端怎么还原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0" y="2770632"/>
            <a:ext cx="8074152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拿运行时记录的「每个输入一行」反推，于是历史运行不用重跑也能分段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48456"/>
            <a:ext cx="11274552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49624"/>
            <a:ext cx="3017520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为什么能读得懂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849624"/>
            <a:ext cx="8074152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分段标题要沿链路向上游回溯最多 12 层，去取原始视频的标题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727448"/>
            <a:ext cx="11274552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928616"/>
            <a:ext cx="3017520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三级优先级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4928616"/>
            <a:ext cx="8074152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先看自己的输入行，再看它交付给同一下游的份数，最后兜底用自己的输入行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3093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分段重建见 apps/web/src/utils/run-segments.ts（回溯上限 12 层见 :87 与 :131）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8872" cy="118872"/>
          </a:xfrm>
          <a:prstGeom prst="rect">
            <a:avLst/>
          </a:prstGeom>
          <a:solidFill>
            <a:srgbClr val="00AEE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10896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/ AI 输出的呈现层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把「AI 返回的东西坏了」当常态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017520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逐条丢弃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0" y="1691640"/>
            <a:ext cx="8074152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坏条目单独丢掉，但每一条都要给出人话原因，丢弃率本身当质量指标看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69464"/>
            <a:ext cx="11274552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70632"/>
            <a:ext cx="3017520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不判两次死刑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0" y="2770632"/>
            <a:ext cx="8074152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生成期严格校验，展示期只做结构解析 —— 同一份数据不被两套标准各否一次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48456"/>
            <a:ext cx="11274552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49624"/>
            <a:ext cx="3017520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类型要嗅探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849624"/>
            <a:ext cx="8074152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产物类型靠内容特征判断，而且要写互斥规则：曾经把练习题渲染成了空的溯源表格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727448"/>
            <a:ext cx="11274552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928616"/>
            <a:ext cx="3017520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要有降级形态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4928616"/>
            <a:ext cx="8074152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结构化 JSON 与可读 Markdown 互相兜底；引用定位不到时说人话，不报错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3093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解析与丢弃见 packages/shared/src/drill.ts；展示期不做二次校验见 apps/web/src/utils/drill.ts:9-11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8872" cy="118872"/>
          </a:xfrm>
          <a:prstGeom prst="rect">
            <a:avLst/>
          </a:prstGeom>
          <a:solidFill>
            <a:srgbClr val="00AEE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10896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/ AI 输出的呈现层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可视化库的成本在时序，不在 API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7455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思维导图用的是 markmap。API 只有几个方法，真正的成本全在「什么时候调」。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407158" cy="1005840"/>
          </a:xfrm>
          <a:prstGeom prst="rect">
            <a:avLst/>
          </a:prstGeom>
          <a:solidFill>
            <a:srgbClr val="F4F5F6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377440"/>
            <a:ext cx="21328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容器有尺寸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19222" y="2880360"/>
            <a:ext cx="438912" cy="0"/>
          </a:xfrm>
          <a:prstGeom prst="line">
            <a:avLst/>
          </a:prstGeom>
          <a:noFill/>
          <a:ln w="25400">
            <a:solidFill>
              <a:srgbClr val="00AEE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12998" y="2377440"/>
            <a:ext cx="2407158" cy="1005840"/>
          </a:xfrm>
          <a:prstGeom prst="rect">
            <a:avLst/>
          </a:prstGeom>
          <a:solidFill>
            <a:srgbClr val="F4F5F6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0158" y="2377440"/>
            <a:ext cx="21328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创建实例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75020" y="2880360"/>
            <a:ext cx="438912" cy="0"/>
          </a:xfrm>
          <a:prstGeom prst="line">
            <a:avLst/>
          </a:prstGeom>
          <a:noFill/>
          <a:ln w="25400">
            <a:solidFill>
              <a:srgbClr val="00AEE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68796" y="2377440"/>
            <a:ext cx="2407158" cy="1005840"/>
          </a:xfrm>
          <a:prstGeom prst="rect">
            <a:avLst/>
          </a:prstGeom>
          <a:solidFill>
            <a:srgbClr val="F4F5F6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5956" y="2377440"/>
            <a:ext cx="21328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喂数据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830818" y="2880360"/>
            <a:ext cx="438912" cy="0"/>
          </a:xfrm>
          <a:prstGeom prst="line">
            <a:avLst/>
          </a:prstGeom>
          <a:noFill/>
          <a:ln w="25400">
            <a:solidFill>
              <a:srgbClr val="00AEE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324594" y="2377440"/>
            <a:ext cx="2407158" cy="1005840"/>
          </a:xfrm>
          <a:prstGeom prst="rect">
            <a:avLst/>
          </a:prstGeom>
          <a:solidFill>
            <a:srgbClr val="F4F5F6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61754" y="2377440"/>
            <a:ext cx="21328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等一帧后适配一次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5454396" cy="1463040"/>
          </a:xfrm>
          <a:prstGeom prst="rect">
            <a:avLst/>
          </a:prstGeom>
          <a:solidFill>
            <a:srgbClr val="F4F5F6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023360"/>
            <a:ext cx="48691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零尺寸守门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9808" y="4507992"/>
            <a:ext cx="4869180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容器尺寸为 0 时不创建实例，等尺寸观察器通知再来，否则会先渲染出一张空图。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77356" y="3840480"/>
            <a:ext cx="5454396" cy="1463040"/>
          </a:xfrm>
          <a:prstGeom prst="rect">
            <a:avLst/>
          </a:prstGeom>
          <a:solidFill>
            <a:srgbClr val="F4F5F6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9964" y="4023360"/>
            <a:ext cx="48691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23F4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一个版本坑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69964" y="4507992"/>
            <a:ext cx="4869180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该版本的 JSON 配色选项会让整张图渲染空白，于是颜色改走 CSS 变量。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3093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时序处理见 apps/web/src/components/MindMapViewer.vue（配色坑的注释在 :51-55）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8872" cy="118872"/>
          </a:xfrm>
          <a:prstGeom prst="rect">
            <a:avLst/>
          </a:prstGeom>
          <a:solidFill>
            <a:srgbClr val="00AEE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10896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带走的三个判断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下次遇到，先问这三句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画布的外壳共享到什么程度？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E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共享得越多文件越长，拆得越碎公共逻辑越难对齐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实时通道能不能丢？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E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能丢就必须有真相通道兜底，否则它静默失效时你无从察觉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的产物会不会坏一半？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493776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E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会，就要能逐条成功、逐条给出原因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8872" cy="118872"/>
          </a:xfrm>
          <a:prstGeom prst="rect">
            <a:avLst/>
          </a:prstGeom>
          <a:solidFill>
            <a:srgbClr val="00AEE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10896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我们没做好的三件事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这几个坑也留在这个仓库里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2743200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E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提示没人接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83280" y="1828800"/>
            <a:ext cx="8348472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画布抛提示的 3 处调用（节点已达上限两处、自动布局失败一处），父组件一个都没绑定，用户在界面上完全看不到这条反馈，只能自己猜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862072"/>
            <a:ext cx="11274552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63240"/>
            <a:ext cx="2743200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E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规则分了三份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83280" y="3063240"/>
            <a:ext cx="8348472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连线合法性有代码里三处实现，其中一处已经不认多类型端口，只在测试里用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096512"/>
            <a:ext cx="11274552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297680"/>
            <a:ext cx="2743200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EE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状态机小了一圈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4297680"/>
            <a:ext cx="8348472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45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契约里 7 个节点状态，引擎只写 5 个，画布只给 4 个写了样式，取消状态没有视觉表达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3093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2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自查方式：搜 emit 的定义与父组件的绑定是否对得上；搜同一规则是否在多处重复实现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前端技术分享：三件在这个产品里最难做的前端事</dc:title>
  <dc:subject>PptxGenJS Presentation</dc:subject>
  <dc:creator>念前</dc:creator>
  <cp:lastModifiedBy>念前</cp:lastModifiedBy>
  <cp:revision>1</cp:revision>
  <dcterms:created xsi:type="dcterms:W3CDTF">2026-09-27T01:14:41Z</dcterms:created>
  <dcterms:modified xsi:type="dcterms:W3CDTF">2026-09-27T01:14:41Z</dcterms:modified>
</cp:coreProperties>
</file>