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74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前端技术分享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457200" y="28803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三件在这个产品里最难做的前端事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例：ScribeFlow —— 把视频和文稿编排成笔记的节点式工作台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06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念前 · 2026-09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开场 30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先说清这东西为什么存在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我攒了几百个技术视频，看不完，但丢不掉。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市面上的工具是「贴个链接、选个模板、出一份摘要」——模板是它给的，你改不了。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我想要的是把中间每一步都摊开：转写用什么、校对要不要、提炼用哪套提示词、最后要不要出题，我自己连。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所以它是一张画布，不是一个网页应用。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下面讲的三件事，都是这张画布上用户看得见的界面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市场调研见 docs/research/r1-desktop-research.md：20 个产品、14 维功能矩阵、4 个 P0 全部已落地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今天讲三件事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都是产品的主体界面，不是工程配置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17320" y="219456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一次运行把界面按在地上 32 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62432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一次运行要更新几百次界面，画布上每个节点都在变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417320" y="342900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推送会撒谎，数据库不会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17320" y="385876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一次运行可能跑十几分钟，中途断线、切页面、重启都是常态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417320" y="466344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AI 的输出当成会坏的东西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509320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引擎给一份拼接产物，用户要按视频逐段读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一次运行把界面按在地上 32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服务端 268 毫秒跑完了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前端卡了 32 秒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图是一张 200 节点的真实可跑链路，200 是这个产品的节点上限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修法不玄学，就两下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秒 → 264 毫秒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9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32,655 ms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06908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937760" y="19202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264 ms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跑一次 200 节点链路时，主线程最长一次阻塞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自动布局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352044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长任务合计 728 ms → 53 ms（−93%），最长掉帧 526 ms → 60 ms（−89%）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4165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 DOM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441655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8,926 → 2,099 个元素（−76%）；视口内只渲染 36 个节点，其余不再进 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3126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没改善的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531266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首屏把 200 个节点塞进 DOM：2,250 ms → 2,340 ms —— 裁剪省的是渲染，不是建对象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同一张图、同一台机器、同一组指标，每改一处单独重测；口径与三处改动见 docs/research/canvas-performance-optimization.md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一次运行把界面按在地上 32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每个事件都重建整张图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19072"/>
            <a:ext cx="11274552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一次运行要发几百个事件。原来每个事件都执行一次 nodesRef.value = nodesRef.value.map(...)，数组一换引用，画布就重新解析全部 200 个节点——几百次叠加，成了单个 32.7 秒的长任务。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432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改动一 · 只渲染看得见的节点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318211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Flow 的 onlyRenderVisibleElements 默认就是关的。打开后视口内只渲染 36 个节点，DOM 从 8,926 降到 2,099；主线程阻塞 32,655 → 11,633 ms，砍掉六成。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7356" y="256032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9964" y="27432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改动二 · 同一帧的事件合成一次更新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69964" y="318211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事件先记进待办表，每个动画帧只刷一次，而且只替换受影响的那几个节点对象，其余保持同一引用。11,633 → 264 ms，再砍掉九成八。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93776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02920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直觉是「增量更新更省」，但增量把正确性押在「事件不会丢」上，而事件一定会丢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合流见 FlowCanvas.vue:762 的 queueRunPatch 与 :751 的 flushRunEvents；视口裁剪见同文件模板 :908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一次运行把界面按在地上 32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画布缩放之后，浮层怎么还对得上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浮层被传送到 body，脱离了画布的缩放坐标系——画布缩到 60% 时，浮层还是原尺寸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从画布取当前缩放，沿组件树传给所有浮层，浮层用 CSS zoom 补偿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两个细节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位置不用补（浮层库按屏幕矩形定位，缩放后矩形已经是对的），只有尺寸要补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为什么用 zoom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CSS zoom 参与布局计算，而 transform: scale 会干扰浮层库自己的测量与定位原点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补偿见 ScribeNode.vue:50-52 的 provide 与三个浮层容器；更麻烦的一处见 ModelSelect.vue（屏幕宽度要除以缩放才是节点局部宽度）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一次运行跑十几分钟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前端得一直说真话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转写和 AI 加工都可能很久，而且中途断线、切页面、服务重启都是常态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有了推送，反而更需要轮询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已经有实时推送了，轮询是多余的老办法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推送是唯一会静默失效的通道：断线、丢帧、服务重启，它都不报错，只是不说话了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数据库是真相通道，推送只是加速通道；轮询不是推送的备份，是它的正确性校正器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四层兜底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断线 2 秒重连、全局 5 秒轮询对账、运行结束补一次终局快照、进页面时恢复上次运行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重连见 sse.ts:37；轮询见 layouts/AppLayout.vue:37；对账与恢复见 ProjectEditorView.vue 的 resumeRun / reconcileActiveRun / restoreLastRun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放弃增量更新，换来重连正确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37744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 · 直觉做法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81635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只传变化的那一点，看起来最省。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但它要求「先收到全部前置事件」才算得对，于是重连就必须做事件重放——而这套系统的广播没有重放缓冲。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7356" y="219456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9964" y="237744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全量覆盖 · 实际做法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9964" y="281635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每个事件构造补丁，整体覆盖字段。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只给命中的节点建新对象，其余返回同一引用；重复、乱序的事件天然幂等，重连的正确性问题直接消失。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70916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0060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直觉是增量更省，但增量把正确性押在「事件不会丢」上，而事件一定会丢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事件到状态的映射见 FlowCanvas.vue:768 的 applyRunEvent；补丁只命中受影响节点见同文件 :751-766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连接这个动作，必须自带状态同步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74552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后端的运行事件广播是一个内存集合，没有重放缓冲：运行结束 60 秒后整条记录就没了。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1127455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所以建连时服务端先补一份全量快照，再进增量流。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324612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补成完成事件，并带上摘要与预览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13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3813048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补成失败事件，带上错误信息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37997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进行中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4379976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补一次「已开始」，否则重连后节点不再有动效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94690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已结束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03120" y="4946904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补一条结束事件，然后直接断开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建连补快照见 apps/server/src/routes/runs.ts:202；广播无重放见 engine.ts:2116（60 秒后删除运行态）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局部重跑是一次新运行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745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点「从此节点运行」不会复用旧运行，而是新开一次。这是结果合并存在的根本原因。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新运行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每次运行都新开一个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92296" y="2990088"/>
            <a:ext cx="448056" cy="0"/>
          </a:xfrm>
          <a:prstGeom prst="line">
            <a:avLst/>
          </a:prstGeom>
          <a:noFill/>
          <a:ln w="25400">
            <a:solidFill>
              <a:srgbClr val="00AEE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13504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7824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结果不全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7824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只包含本次范围内的节点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48600" y="2990088"/>
            <a:ext cx="448056" cy="0"/>
          </a:xfrm>
          <a:prstGeom prst="line">
            <a:avLst/>
          </a:prstGeom>
          <a:noFill/>
          <a:ln w="25400">
            <a:solidFill>
              <a:srgbClr val="00AEE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369808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4128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视图回填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44128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从更早的成功运行补回缺失节点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1127455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前端的解法：按时间倒序，从更早的成功运行里把缺失节点的完成结果回填到视图。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7455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后端的对称做法：上游不在本次范围内时，从历史运行里取该节点的产物当输入。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把复杂度从「前端状态机」挪到了「纯函数式的快照合并」，能一眼看懂，也好写测试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视图层合并见 ProjectEditorView.vue:424-443 与 utils/run-restore.ts:29；服务端对称做法见 engine.ts:779 的 previousOutputs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引擎给一份拼接产物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用户要按视频逐段读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一张卡挂 8 个视频，引擎把它们拼成一份，人却要一个一个读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坏条目逐条丢弃，但原因必须是人话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逐条丢弃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坏条目单独丢掉，但每一条都要给出人话原因；丢弃率本身当质量指标在看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不判两次死刑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生成期严格校验，展示期只做结构解析——同一份数据不被两套标准各否一次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要有降级形态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JSON 与可读 Markdown 互相兜底；引用定位不到时说人话，不报错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产物类型要嗅探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靠内容特征判断类型，而且要写互斥规则——我们曾经把练习题渲染成了一张空的溯源表格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解析与丢弃见 packages/shared/src/drill.ts；展示期不做二次校验见 apps/web/src/utils/drill.ts:9-11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 Markdown 进 DOM 之前，必须过一遍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为什么危险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926080" y="169164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的产物是外部输入。它返回的 Markdown 直接插进页面，等于把远端内容当本地内容渲染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288036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统一走 renderMarkdown：先过 DOMPurify.sanitize，再把结果插进 DOM，不让任何一处绕开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不止安全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406908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同一层还要兜住渲染失败：解析不出来时给一句人话，不把原始 JSON 摊给用户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52578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3492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这是全场唯一一条跟安全有关的结论，也是 AI 前端最容易漏的一处。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 apps/web/src/lib/markdown.ts:34 的 DOMPurify.sanitize（:1 引入）；降级与丢弃见 utils/drill.ts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分段是推导出来的，不是存下来的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引擎为什么拼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用固定分隔符把多份产物接成一份，只服务下游节点与导出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前端怎么还原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拿运行时记录的「每个输入一行」反推，于是历史运行不用重跑也能分段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为什么能读得懂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分段标题要沿链路向上游回溯最多 12 层，去取原始视频的标题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三级优先级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先看自己的输入行，再看它交付给同一下游的份数，最后兜底用自己的输入行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分段重建见 apps/web/src/utils/run-segments.ts（回溯上限 12 层见 :87 与 :131），被结果页、画布预览、日志弹窗四处共用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带走的三个判断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下次遇到，先问这三句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加实时通道之前，先问这条通道能不能丢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529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能丢，就必须有一条数据库式的真相通道兜底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 AI 的产物，先按「会坏一半」设计展示层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2245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能逐条成功、逐条给出原因，才敢上线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做画布或长列表之前，先问一次交互动多少 DOM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55961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一屏放不下 + 还在频繁更新，就是同一类问题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我们没做好的三件事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这几个坑也留在这个仓库里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474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提示没人接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247497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画布抛提示的 3 处调用（节点已达上限两处、自动布局失败一处），父组件一个都没绑定，用户在界面上完全看不到这条反馈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94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规则分了三份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91840" y="370941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连线合法性有 canConnect / canConnectSpecs / isValidConnection 三处实现，最后那一处只被测试引用，已经不认多类型端口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438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状态机小了一圈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494385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契约里 7 个节点状态、引擎从不写 queued，而画布只给 running / error / skipped 写了样式——queued 与 cancelled 没有任何视觉表达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自查方式：搜 emit 的定义与父组件的绑定是否对得上；搜同一规则是否在多处重复实现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前端技术分享：三件在这个产品里最难做的前端事</dc:title>
  <dc:subject>PptxGenJS Presentation</dc:subject>
  <dc:creator>念前</dc:creator>
  <cp:lastModifiedBy>念前</cp:lastModifiedBy>
  <cp:revision>1</cp:revision>
  <dcterms:created xsi:type="dcterms:W3CDTF">2026-09-28T01:45:20Z</dcterms:created>
  <dcterms:modified xsi:type="dcterms:W3CDTF">2026-09-28T01:45:20Z</dcterms:modified>
</cp:coreProperties>
</file>