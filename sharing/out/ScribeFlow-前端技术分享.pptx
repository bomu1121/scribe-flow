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7452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前端技术分享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457200" y="28803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一个画布式笔记工具：产品形态，与用户会碰到的两类事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例：ScribeFlow —— 把视频和文稿编排成笔记的节点式工作台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064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念前 · 2026-09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开场 30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先说清这东西为什么存在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我攒了几百个技术视频，看不完，但丢不掉。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市面上的工具是「贴个链接、选个模板、出一份摘要」——模板是它给的，你改不了。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388620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我想要的是把中间每一步都摊开：转写用什么、校对要不要、提炼用哪套提示词、要不要出思维导图，我自己连。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47091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所以它是一张画布，不是一个网页应用。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先讲它是什么，再讲用户在界面上会碰到的两类事：跑的时候、读的时候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市场调研见 docs/research/r1-desktop-research.md：20 个产品、14 维功能矩阵、4 个 P0 全部已落地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它是什么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一张画布，三个界面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画布上放什么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645920"/>
            <a:ext cx="862279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站链接（能选合集与多 P）、本地音视频、已有文稿——三种来源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中间接什么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2651760"/>
            <a:ext cx="862279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种节点：转写、AI 校对、AI 加工、章节切分、思维导图、Obsidian 笔记、练一练…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不用从零连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3657600"/>
            <a:ext cx="862279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9 条常用链路（单线笔记、多路对照、思维导图、分章笔记…），名字与来源无关，也可以自己连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跑完看什么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4663440"/>
            <a:ext cx="862279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结果页：正文、按视频分段、思维导图、练一练、节点流水——后两个有产物才出现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3212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把视频和文稿放进画布，连出「转写 → 加工」，跑完得到一份能带走的 Markdown 笔记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种节点与三种来源见 packages/shared/src/graph.ts 的 NODE_TYPE_LABELS；9 条内置链路的名称见 packages/shared/src/templates.ts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它是什么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它站在两类现成产品中间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54396" cy="16916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46888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一类：AI 音视频转笔记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907792"/>
            <a:ext cx="48691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BibiGPT、通义听悟、飞书妙记、Ai好记——贴个链接、选个模板、出一份摘要，管线是固定的。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7356" y="2286000"/>
            <a:ext cx="5454396" cy="16916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9964" y="246888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一类：工作流编排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9964" y="2907792"/>
            <a:ext cx="48691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n8n、Dify、扣子、Flowise——有画布，但做的是自动化与 AI 应用，不是为了把视频变成笔记。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11274552" cy="40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可编排的画布 × 音视频素材 × 产物是能带走的 Markdown——这个位置是空的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12064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差别不在功能清单上，而在两处：形态是固定管线还是你自己连；数据是别人的账号还是你自己的库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对标结论见 docs/research/r1-desktop-research.md（20 个产品、14 维矩阵）与 sharing/ROOM.md 的「三个必答题」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它是什么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这一类的技术底座，用的都是当下一线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前端与构建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164592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组合式 API、TypeScript 5.9、Vite 7；Pinia 管状态，路由按页面拆包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画布与布局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78892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画布用 Vue Flow 1.48；自动布局用 ELK 0.12，整块跑在 Web Worker 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组件与渲染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931920"/>
            <a:ext cx="853135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2 配 Reka UI 的无样式原语，颜色只有一份设计令牌；长文本走 marked 加 DOMPurify 渲染，进度用 SSE 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074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服务端与数据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507492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Hono 4 + Drizzle ORM + SQLite；图模型的校验用 Zod 4，三个包共用同一份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8640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7784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没有一处是十年前那套写法——jQuery、Options API、Webpack、手写主题色，都不在这个仓库里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版本取自四个 package.json（2026-09-29）；图标与字体走 @fontsource 本地托管，不依赖外部 CDN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它是什么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这些别人也做了，老实说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视频转写 + 摘要 + 章节 + 思维导图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0" y="1645920"/>
            <a:ext cx="78912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对，BibiGPT、通义听悟、飞书妙记都有，有些比我们成熟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 Obsidian、批量处理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0" y="2651760"/>
            <a:ext cx="78912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也有，BibiGPT 支持 Notion / Obsidian / flomo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条件分支、失败重试、定时触发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3657600"/>
            <a:ext cx="78912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这些是工作流产品的默认能力，n8n / Dify / Airflow 全都有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真正站得住的三条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0" y="4663440"/>
            <a:ext cx="78912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两类产品接起来的位置是空的 ② 多素材在编排里保持身份 ③ 逐节点产物 + 历史运行可重新分段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3212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别装成都是自己发明的——先把「别人也做了」认下来，后面讲「我怎么做的」才有人听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承认表与三条差别见 sharing/ROOM.md；三个 P0（条件分支/失败重试/文本工具/章节切分）在代码里都能查到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它是什么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八个视频进同一条链路，我只要其中三段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别人怎么做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164592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要么每个视频单独跑一遍，要么全并成一份——挑不出来，也说不清用了哪几段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段身份怎么给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65176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bvid:分P / file:id / node:来源——只用素材自身的稳定信息，不掺数组下标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没配就是全选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65760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缺这个来源 = 全部选中（兼容旧工程）；空数组 = 全部排除，运行前会被拒绝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下游怎么解释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466344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结果页能按视频切开读，节点摘要会说清「8 段里的哪 3 段」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3212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增量下标是这里最容易埋的坑：上游改了选区，下游的挑选就会静默错位——所以标识只用素材自己的信息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segmentKey 与「不掺下标」的理由见 packages/shared/src/segment.ts:17-29；pick 的两种语义见 graph.ts:215-218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跑的时候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3317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最长的一次跑了 39 分钟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界面得一直说真话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个视频那条链路：转写 23.6 分钟、AI 校对 9.3 分钟、下载 2.4 分钟——断线、刷新、重启都是常规情况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跑的时候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进度动到一半就不动了——刷新回来还算数吗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用户看到的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164592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进度停在某个节点不动；或者刷新之后，整屏回到「什么都没跑过」的样子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为什么会停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65176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推送是唯一会静默失效的通道：断线、丢帧、服务重启它都不报错，只是不说话了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怎么不撒谎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65760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推送只当加速，状态以列表与详情为准——断线 2 秒自动重连，另有全局 5 秒对账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刷新回来怎么算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466344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三条恢复路径走同一套规则，规则是 3 个纯函数（45 行，带单测）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3212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回填的三条纪律：不覆盖当前结果、只认画布上还在的节点、失败的运行里已完成的那几个照样算数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重连 sse.ts:37；5 秒对账 AppLayout.vue:80；恢复规则 run-restore.ts（45 行 3 纯函数）；回填上限 200 条 ProjectEditorView.vue:425；时长实测自本机 114 次运行记录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跑的时候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服务重启，把跑了一半的运行记成「你取消了」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19072"/>
            <a:ext cx="1127455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用户看到的：一条明明产出过东西的运行，记录里写着「已取消」——像是自己点的。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54396" cy="14630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51460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已取消 · 人自己停的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2953512"/>
            <a:ext cx="48691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不该再提醒——用户知道刚才发生了什么，只需要记录留痕。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7356" y="2331720"/>
            <a:ext cx="5454396" cy="14630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69964" y="251460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3F4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已中断 · 服务掐断的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69964" y="2953512"/>
            <a:ext cx="48691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要提醒，而且要让人一眼看出这次不是自己停的，产物还在。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041648"/>
            <a:ext cx="11274552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真实案例：run_3b007bff 里 4 个节点有 2 个已完成（2925 / 6558 字），2 个停在中途。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12064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运行记录也只写「名称 + 时间」：一列「成功 / 成功 / 已中断」里，成功每行重复等于没说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两个状态的语义与提醒规则见 lib/run-meta.ts 与 utils/run-alert.ts；记录只写名称与时间去见 components/workspace/RunRow.vue；由来见 CHANGELOG 2026-09-28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跑的时候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换一条运行看，内容先消失、再出现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用户看到的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164592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点另一条运行，正文区先空一下再出内容——大约 100 毫秒的白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65176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切换全程 533 次采样，阅读区消失 0 次、加载占位出现 0 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65760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请求只占 9 毫秒，其余全是渲染——所以「加个 loading」是错的解法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466344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保留旧内容、压暗，新数据就绪后一次性替换；忙碌提示延迟 180 毫秒才出现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3212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同一个范式也用在设置弹窗：它原来要等 Obsidian 目录扫描 280–840 毫秒才填表，而设置本身只要 4–22 毫秒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实测数据原文见 CHANGELOG.md 的 2026-09-29 段（作者实测记录，未在本机复现）；代码见 RunDetailView.vue:80 与 :1129、DocsDialog.vue:52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读的时候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3317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引擎给一份拼接产物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人却要按视频逐段读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一张卡挂 8 个视频，读完要一段一段来；AI 的产物坏了也得有降级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读的时候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八个视频，读的时候得一段一段自己找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用户看到的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164592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一份几万字的产物里混着 8 个视频的内容，只能靠滚轮找「下一个视频从哪开始」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分段哪来的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65176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不是后端存的，是拿运行时记录的「每个输入一行」反推——历史运行不用重跑也能切开读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标题怎么来的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65760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沿链路向上游回溯最多 12 层，取原始视频的名字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导航长什么样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466344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右侧常驻大纲 + ‹ 3/8 › 翻页 + ↑↓ / jk / Home / End 键盘；段数 &gt; 12 才出现筛选框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3212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旧的「8 个横排胶囊」是被规范否掉的：Apple HIG 说分段控件上限 5，M3 说 tab 只用于并列内容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分段重建见 apps/web/src/utils/run-segments.ts（回溯上限 12 见 :87 与 :131）；选型依据见 docs/research/segment-navigation-research.md；筛选阈值见 RunDetailView.vue:2094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读的时候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我们曾经把练习题渲染成一张空表格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用户看到的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164592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点开「练一练」标签页，是一张空的溯源表格——产品里其实有题，是渲染认错了类型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65176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按内容特征嗅探产物类型，但一开始没写互斥规则，练习题被当成溯源报告渲染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现在怎么防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65760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先排除练习题、再判溯源；坏条目逐条丢弃，但每一条都要给出人话原因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一条安全底线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4663440"/>
            <a:ext cx="853135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的产物是外部输入：Markdown 进 DOM 前统一过 DOMPurify（35 行单入口，四处共用）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3212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AI 的输出当成「会坏的东西」来设计展示层——能逐条成功、逐条给出原因，才敢上线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类型嗅探见 apps/web/src/views/RunDetailView.vue:378；消毒见 lib/markdown.ts:32-34；逐条丢弃与原因见 packages/shared/src/drill.ts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读的时候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想在输入框里选一段字，结果把节点拖跑了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54396" cy="16916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46888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画布要能拖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907792"/>
            <a:ext cx="48691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整张卡片默认跟随鼠标移动——这是画布该有的手感，n8n 也是这么做的。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7356" y="2286000"/>
            <a:ext cx="5454396" cy="16916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9964" y="246888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表单要能填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9964" y="2907792"/>
            <a:ext cx="48691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但卡片里还有输入框：要能选文字、要点得到光标、滚轮不该把画布缩放带走。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11274552" cy="407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解法：拖拽句柄收敛到卡片头部一处，表单区域标 nodrag，卡片内滚轮不穿透。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12064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顺带一条：一按运行整张卡片就变灰锁住，用的是 getter 不是快照——所以不用刷新，界面立刻变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句柄选择器见 apps/web/src/utils/flow.ts:8；dragHandle 见 components/canvas/FlowCanvas.vue:397；只读态见 ScribeNode.vue:404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读的时候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粘过来的是 App 分享文案，不是链接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用户看到的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0" y="1645920"/>
            <a:ext cx="83484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 B 站 App 复制出来的是一整段话：标题、短链、口令混在一起，粘进去建不了工程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2651760"/>
            <a:ext cx="83484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从这段文本里抠出链接与标题，链接再拆出分 P 号——粘进去就能用，四步并成一步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为什么值得单独做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3657600"/>
            <a:ext cx="83484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用户不会为了你先把粘贴内容清理干净；不接受他的输入格式，就是把他挡在门外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顺带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4663440"/>
            <a:ext cx="83484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短链（b23.tv）也要认，所以判定不能只看域名后缀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3212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前端最便宜的体验提升，往往就是把用户实际会粘的东西也当成合法输入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见 packages/shared/src/bili.ts（87 行、3 个函数，11 条用例）与 components/workspace/QuickCreateDialog.vue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带走的三个判断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下次遇到，先问这三句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「别人也有」不可怕，接不上的位置才是你的位置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529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固定管线和可编排之间，是两种产品的缝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用户说「卡住了 / 闪一下 / 没反应」，先别查网络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2245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这三句里至少有两句是渲染与状态的问题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每一段数据都要带着身份走完全程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55961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素材段不掺下标、状态不靠推送——都是同一件事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我们没做好的三件事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这几个坑也留在这个仓库里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59765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提示没人接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91840" y="2597658"/>
            <a:ext cx="825703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画布有 3 处 emit("notice")（节点已达上限 2 处、自动布局失败 1 处），父组件一个都没绑定——用户在界面上完全看不到这条反馈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83209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长文档还是一次性渲染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91840" y="3832098"/>
            <a:ext cx="825703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几万字的正文一次全进 DOM，虚拟化没做；长列表滚动会是下一处要还的债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06653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状态机小了一圈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91840" y="5066538"/>
            <a:ext cx="825703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契约里 7 个节点状态、引擎从不写 queued，而画布只给 running / error / skipped 写了样式——queued 与 cancelled 没有任何视觉表达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自查方式：搜 emit 的定义与父组件的绑定是否对得上；搜同一规则是否在多处重复实现；把契约的枚举与样式表对一遍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前端技术分享：一个画布式笔记工具，与用户会碰到的两类事</dc:title>
  <dc:subject>PptxGenJS Presentation</dc:subject>
  <dc:creator>念前</dc:creator>
  <cp:lastModifiedBy>念前</cp:lastModifiedBy>
  <cp:revision>1</cp:revision>
  <dcterms:created xsi:type="dcterms:W3CDTF">2026-09-29T07:43:29Z</dcterms:created>
  <dcterms:modified xsi:type="dcterms:W3CDTF">2026-09-29T07:43:29Z</dcterms:modified>
</cp:coreProperties>
</file>